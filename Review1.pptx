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sldIdLst>
    <p:sldId id="256" r:id="rId2"/>
    <p:sldId id="257" r:id="rId3"/>
    <p:sldId id="264" r:id="rId4"/>
    <p:sldId id="269" r:id="rId5"/>
    <p:sldId id="259" r:id="rId6"/>
    <p:sldId id="266" r:id="rId7"/>
    <p:sldId id="270"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9/26/2026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9/26/2026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9/26/2026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Argument Passing</a:t>
            </a:r>
            <a:endParaRPr lang="en-US" sz="3200" b="1" dirty="0">
              <a:solidFill>
                <a:srgbClr val="C00000"/>
              </a:solidFill>
              <a:latin typeface="+mn-lt"/>
            </a:endParaRP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r>
              <a:rPr lang="en-US" dirty="0" smtClean="0">
                <a:solidFill>
                  <a:srgbClr val="002060"/>
                </a:solidFill>
              </a:rPr>
              <a:t>:</a:t>
            </a:r>
            <a:endParaRPr lang="en-US" dirty="0">
              <a:solidFill>
                <a:srgbClr val="002060"/>
              </a:solidFill>
            </a:endParaRPr>
          </a:p>
          <a:p>
            <a:r>
              <a:rPr lang="en-US" dirty="0" err="1" smtClean="0">
                <a:solidFill>
                  <a:srgbClr val="002060"/>
                </a:solidFill>
              </a:rPr>
              <a:t>Keerthi</a:t>
            </a:r>
            <a:r>
              <a:rPr lang="en-US" dirty="0" smtClean="0">
                <a:solidFill>
                  <a:srgbClr val="002060"/>
                </a:solidFill>
              </a:rPr>
              <a:t> </a:t>
            </a:r>
            <a:r>
              <a:rPr lang="en-US" dirty="0" err="1" smtClean="0">
                <a:solidFill>
                  <a:srgbClr val="002060"/>
                </a:solidFill>
              </a:rPr>
              <a:t>Priya</a:t>
            </a:r>
            <a:r>
              <a:rPr lang="en-US" dirty="0" smtClean="0">
                <a:solidFill>
                  <a:srgbClr val="002060"/>
                </a:solidFill>
              </a:rPr>
              <a:t> </a:t>
            </a:r>
            <a:r>
              <a:rPr lang="en-US" dirty="0" err="1" smtClean="0">
                <a:solidFill>
                  <a:srgbClr val="002060"/>
                </a:solidFill>
              </a:rPr>
              <a:t>Ande</a:t>
            </a:r>
            <a:r>
              <a:rPr lang="en-US" dirty="0" smtClean="0">
                <a:solidFill>
                  <a:srgbClr val="002060"/>
                </a:solidFill>
              </a:rPr>
              <a:t> 2520090177</a:t>
            </a:r>
          </a:p>
          <a:p>
            <a:r>
              <a:rPr lang="en-US" dirty="0" err="1" smtClean="0">
                <a:solidFill>
                  <a:srgbClr val="002060"/>
                </a:solidFill>
              </a:rPr>
              <a:t>A.Jhansi</a:t>
            </a:r>
            <a:r>
              <a:rPr lang="en-US" dirty="0" smtClean="0">
                <a:solidFill>
                  <a:srgbClr val="002060"/>
                </a:solidFill>
              </a:rPr>
              <a:t> </a:t>
            </a:r>
            <a:r>
              <a:rPr lang="en-US" dirty="0" err="1" smtClean="0">
                <a:solidFill>
                  <a:srgbClr val="002060"/>
                </a:solidFill>
              </a:rPr>
              <a:t>Priya</a:t>
            </a:r>
            <a:r>
              <a:rPr lang="en-US" dirty="0" smtClean="0">
                <a:solidFill>
                  <a:srgbClr val="002060"/>
                </a:solidFill>
              </a:rPr>
              <a:t>    2520090205</a:t>
            </a: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dirty="0" smtClean="0">
                <a:solidFill>
                  <a:schemeClr val="accent1">
                    <a:lumMod val="75000"/>
                  </a:schemeClr>
                </a:solidFill>
                <a:latin typeface="+mn-lt"/>
              </a:rPr>
              <a:t>Review-</a:t>
            </a:r>
            <a:r>
              <a:rPr lang="en-US" sz="3200" b="1" dirty="0">
                <a:solidFill>
                  <a:schemeClr val="accent1">
                    <a:lumMod val="75000"/>
                  </a:schemeClr>
                </a:solidFill>
              </a:rPr>
              <a:t>2</a:t>
            </a:r>
            <a:endParaRPr lang="en-US"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9/26/2026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fld id="{35DB7AC3-148D-47E6-92EE-86CA146E5716}" type="datetime1">
              <a:rPr lang="en-US" smtClean="0"/>
              <a:t>9/26/2026</a:t>
            </a:fld>
            <a:endParaRPr lang="en-US"/>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
        <p:nvSpPr>
          <p:cNvPr id="11" name="Rectangle 3"/>
          <p:cNvSpPr>
            <a:spLocks noGrp="1" noChangeArrowheads="1"/>
          </p:cNvSpPr>
          <p:nvPr>
            <p:ph type="title"/>
          </p:nvPr>
        </p:nvSpPr>
        <p:spPr bwMode="auto">
          <a:xfrm>
            <a:off x="2922310" y="1699166"/>
            <a:ext cx="872922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Argument Passing is an important Operating Systems and Systems Programming concept used to provide input to a program during execution. This project demonstrates how command-line arguments are passed from the Linux shell to a C program using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argc</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argv</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project is implemented in a Linux/Ubuntu environment and focuses on program execution and process-related concepts. It accepts different numbers of arguments, identifies them, and displays or processes their values. Linux/POSIX mechanisms such as fork(), exec(), and wait() can also be used to demonstrate process creation and program execution.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project helps in understanding how the Linux shell interacts with a program and how input arguments are transferred during execution.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9/26/2026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
        <p:nvSpPr>
          <p:cNvPr id="9" name="Rectangle 3"/>
          <p:cNvSpPr>
            <a:spLocks noGrp="1" noChangeArrowheads="1"/>
          </p:cNvSpPr>
          <p:nvPr>
            <p:ph type="title"/>
          </p:nvPr>
        </p:nvSpPr>
        <p:spPr bwMode="auto">
          <a:xfrm>
            <a:off x="3161073" y="1592730"/>
            <a:ext cx="8343555"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Argument Passing is the process of providing input values to a program when it is executed.</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C, command-line arguments are received using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argc</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argv</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argc</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represents the number of arguments passed to the program.</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argv</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an array containing the actual argument values.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Arguments are provided through the Linux terminal.</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project demonstrates program execution and basic Linux process concepts.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provides practical understanding of Systems Programming using C and Linux/POSIX mechanisms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161847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2974340" y="1253490"/>
            <a:ext cx="5774690" cy="3643630"/>
          </a:xfrm>
          <a:prstGeom prst="rect">
            <a:avLst/>
          </a:prstGeom>
          <a:noFill/>
        </p:spPr>
        <p:txBody>
          <a:bodyPr wrap="square" rtlCol="0">
            <a:noAutofit/>
          </a:bodyPr>
          <a:lstStyle/>
          <a:p>
            <a:endParaRPr lang="en-US" altLang="en-US" sz="2500" b="1" dirty="0"/>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9/26/2026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pic>
        <p:nvPicPr>
          <p:cNvPr id="7" name="Picture 6"/>
          <p:cNvPicPr>
            <a:picLocks noChangeAspect="1"/>
          </p:cNvPicPr>
          <p:nvPr/>
        </p:nvPicPr>
        <p:blipFill>
          <a:blip r:embed="rId2"/>
          <a:stretch>
            <a:fillRect/>
          </a:stretch>
        </p:blipFill>
        <p:spPr>
          <a:xfrm>
            <a:off x="3495541" y="1253490"/>
            <a:ext cx="6129226" cy="443087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9/26/2026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pic>
        <p:nvPicPr>
          <p:cNvPr id="4" name="Picture 3"/>
          <p:cNvPicPr>
            <a:picLocks noChangeAspect="1"/>
          </p:cNvPicPr>
          <p:nvPr/>
        </p:nvPicPr>
        <p:blipFill>
          <a:blip r:embed="rId2"/>
          <a:stretch>
            <a:fillRect/>
          </a:stretch>
        </p:blipFill>
        <p:spPr>
          <a:xfrm>
            <a:off x="3654372" y="1350451"/>
            <a:ext cx="6419945" cy="496428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81400" y="344018"/>
            <a:ext cx="6871855" cy="954107"/>
          </a:xfrm>
          <a:prstGeom prst="rect">
            <a:avLst/>
          </a:prstGeom>
          <a:noFill/>
        </p:spPr>
        <p:txBody>
          <a:bodyPr wrap="square" rtlCol="0">
            <a:spAutoFit/>
          </a:bodyPr>
          <a:lstStyle/>
          <a:p>
            <a:pPr algn="ctr"/>
            <a:r>
              <a:rPr lang="en-US" sz="2800" b="1" kern="0" dirty="0" smtClean="0">
                <a:solidFill>
                  <a:schemeClr val="bg1"/>
                </a:solidFill>
                <a:effectLst/>
                <a:ea typeface="Times New Roman" panose="02020603050405020304" pitchFamily="18" charset="0"/>
              </a:rPr>
              <a:t>Conclusion</a:t>
            </a:r>
          </a:p>
          <a:p>
            <a:pPr algn="ct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9/26/2026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7</a:t>
            </a:fld>
            <a:endParaRPr lang="en-US"/>
          </a:p>
        </p:txBody>
      </p:sp>
      <p:sp>
        <p:nvSpPr>
          <p:cNvPr id="7" name="Rectangle 1"/>
          <p:cNvSpPr>
            <a:spLocks noGrp="1" noChangeArrowheads="1"/>
          </p:cNvSpPr>
          <p:nvPr>
            <p:ph type="title"/>
          </p:nvPr>
        </p:nvSpPr>
        <p:spPr bwMode="auto">
          <a:xfrm>
            <a:off x="3032145" y="1344011"/>
            <a:ext cx="820460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project successfully demonstrates command-line argument passing in Linux.</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explains the use of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argc</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argv</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C programs.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provides practical understanding of how the Linux shell interacts with a running program.</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Process-related concepts such as program execution and Linux/POSIX system calls can be demonstrated.</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project improves understanding of Operating Systems and Systems Programming concepts.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implementation can be tested with different numbers and types of arguments to verify correct execution. </a:t>
            </a:r>
          </a:p>
        </p:txBody>
      </p:sp>
    </p:spTree>
    <p:extLst>
      <p:ext uri="{BB962C8B-B14F-4D97-AF65-F5344CB8AC3E}">
        <p14:creationId xmlns:p14="http://schemas.microsoft.com/office/powerpoint/2010/main" val="9975618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9/26/2026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8</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339</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Gautami</vt:lpstr>
      <vt:lpstr>Times New Roman</vt:lpstr>
      <vt:lpstr>Office Theme</vt:lpstr>
      <vt:lpstr>       Operating system and system programming (25CS2104E)  Argument Passing</vt:lpstr>
      <vt:lpstr>PowerPoint Presentation</vt:lpstr>
      <vt:lpstr>Argument Passing is an important Operating Systems and Systems Programming concept used to provide input to a program during execution. This project demonstrates how command-line arguments are passed from the Linux shell to a C program using argc and argv. The project is implemented in a Linux/Ubuntu environment and focuses on program execution and process-related concepts. It accepts different numbers of arguments, identifies them, and displays or processes their values. Linux/POSIX mechanisms such as fork(), exec(), and wait() can also be used to demonstrate process creation and program execution. The project helps in understanding how the Linux shell interacts with a program and how input arguments are transferred during execution.</vt:lpstr>
      <vt:lpstr>Argument Passing is the process of providing input values to a program when it is executed. In C, command-line arguments are received using argc and argv. argc represents the number of arguments passed to the program. argv is an array containing the actual argument values. Arguments are provided through the Linux terminal. The project demonstrates program execution and basic Linux process concepts. It provides practical understanding of Systems Programming using C and Linux/POSIX mechanisms. </vt:lpstr>
      <vt:lpstr>PowerPoint Presentation</vt:lpstr>
      <vt:lpstr>PowerPoint Presentation</vt:lpstr>
      <vt:lpstr>The project successfully demonstrates command-line argument passing in Linux. It explains the use of argc and argv in C programs. It provides practical understanding of how the Linux shell interacts with a running program. Process-related concepts such as program execution and Linux/POSIX system calls can be demonstrated. The project improves understanding of Operating Systems and Systems Programming concepts. The implementation can be tested with different numbers and types of arguments to verify correct execution.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DELL</cp:lastModifiedBy>
  <cp:revision>35</cp:revision>
  <dcterms:created xsi:type="dcterms:W3CDTF">2026-08-31T05:18:20Z</dcterms:created>
  <dcterms:modified xsi:type="dcterms:W3CDTF">2026-09-26T10:02:43Z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